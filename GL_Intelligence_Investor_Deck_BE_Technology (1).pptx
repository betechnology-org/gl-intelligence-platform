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 |  INVESTOR PRESENTATION  |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Technology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— The DISE-native intelligent finance platform that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disaggregates, discloses, and governs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expense data for SEC-mandated reporting.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097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97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1572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clients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DISE by 2027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148840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77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$13.7M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cost per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 (5yr)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429000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2027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41330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compliance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— fixed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 2024-03 creates a $13.7M problem for every Fortune 100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statement account must be individually mapped to one of 5 DISE natural expense categories — manually, with ASC citations, documented for auditors.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hrs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aggregation, reconciliation to the IS face, footnote drafting, and auditor evidence package — repeated every single reporting period.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audit fees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firms charge $800K–$2M in year one to validate DISE methodology. Without automation, this cost never goes away.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6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SAP's own DISE module requires S/4HANA — leaving 60–70% of large enterprise SAP customers without a native solution before the 2027 deadline.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GL mapping layer. Every disclosure. Built on infrastructure you already own.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46304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S/4HANA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9656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1280160"/>
            <a:ext cx="1463040" cy="10515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4248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84248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replication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83864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48456" y="1280160"/>
            <a:ext cx="14630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48456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8456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48072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12664" y="1280160"/>
            <a:ext cx="14630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12664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Pivot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12664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76872" y="1280160"/>
            <a:ext cx="1463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76872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76872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drafting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220-40 tabular disclosure in formal 10-K language — generated in under 60 seconds from source SAP journal entries.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32888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32888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4-link audit trail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79192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disclosed dollar traceable to an individual SAP document number. Auditors run queries themselves — no workpapers needed.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45736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45736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CFO alerts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 fires the day an unusual expense posts — 90 days before manual close would catch it.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58584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58584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04888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 ask financial questions in plain English. Claude generates BigQuery SQL, returns live results from SAP data.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Technology — Live proof of concept on diplomatic75 · 86 accounts · $45.2M disclosed · close tracker live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 Technology has built and validated on live SAP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data replicated via Google Cortex Framework to BigQuery — diplomatic75, chart CA01, company C006, FY2023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GL accounts mapped to 5 DISE categories with ASC citations — chart CA01, company C006, FY2023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9689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pivot producing mathematically reconciled five-category disclosure — $45.2M total expenses, zero variance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Four-link audit trail tracing every disclosed dollar to individual SAP document numbers — auditor-verified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649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generating formal ASC 220-40 footnote text from structured BigQuery 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0390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49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anomalies detected from live FY2023 SAP data — 1 P1 resolved, 5 P2 flagged — day of occurrence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330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tracker live: 5 of 6 tasks green on real SAP data — mapping, reconciliation, audit trail, CFO approval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1463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$45.2M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 · FY2023 · C006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1463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1,847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journal entries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journal entries traced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2356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generate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6092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tasks green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$5B+ addressable market with a mandatory deadline and no dominant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229600" cy="877824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258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5102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US-listed public companies on SAP — all require DISE disclosure by January 2027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78040" y="12893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709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34440" y="2240280"/>
            <a:ext cx="6400800" cy="877824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9032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99032" y="2633472"/>
            <a:ext cx="3968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SAP ECC + multi-ERP companies with no native SAP DISE module available before 2027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22951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246120"/>
            <a:ext cx="4572000" cy="877824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3432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 market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13432" y="3639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mid-market SAP ECC clients, $500M–$5B revenue, single ERP, US-listed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330098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49240" y="3721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30,000+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large enterprise customers globally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32888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2027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SEC deadline — no extension possible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45736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$400–900/hr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audit rates for DISE methodology testing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58584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DISE-native platforms in market today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phases. One compounding platform.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0789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2084832" cy="35204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463040"/>
            <a:ext cx="512064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Month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$80K–$150K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compliance generator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Four-link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251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2336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1078992"/>
            <a:ext cx="182880" cy="18288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32888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32888" y="1325880"/>
            <a:ext cx="2084832" cy="5486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42616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2616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42616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2616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42616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$200K–$400K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70048" y="2788920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2072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reporting ASC 280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70048" y="3172968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ASC 740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70048" y="3557016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disclosure ASC 842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0048" y="3941064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2072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climate cost disclosure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70048" y="4325112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42336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benchmarking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14416" y="1078992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45736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45736" y="1325880"/>
            <a:ext cx="2084832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5464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55464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8–14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55464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55464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$400K–$800K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82896" y="2788920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journal automation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82896" y="3172968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82896" y="3557016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4920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close package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82896" y="3941064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controls monitoring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27264" y="1078992"/>
            <a:ext cx="182880" cy="1828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58584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958584" y="1325880"/>
            <a:ext cx="2084832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68312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068312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14–20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68312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68312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68312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$800K–$2M+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095744" y="2788920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87768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scenario modelling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095744" y="3172968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87768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expense tracking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95744" y="3557016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87768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network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95744" y="3941064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87768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platform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occupy the gap that SAP, Workiva, and KPMG all leave open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3774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150876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DISE module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Value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61848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184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SAP ECC (no S/4HANA migration)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161848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198424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9842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consolidation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198424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0624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235000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GL-level DISE audit trail to journal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235000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0624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71500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22376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" y="271576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7157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narrative AI (Claude)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97480" y="271576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20624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1500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500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2376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20040" y="308152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0815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SEC disclosure filing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97480" y="308152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748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20624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71500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22376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20040" y="344728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472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→ SAP ERP data pipeline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697480" y="344728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9748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20624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71500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22376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20040" y="38130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3813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CFO alerting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697480" y="381304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9748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20624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71500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1500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22376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2376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20040" y="417880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178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client's own GCP infrastructure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697480" y="417880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9748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20624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0624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571500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1500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722376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2376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320040" y="454456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5445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before 2027 deadline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697480" y="454456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9748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420624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0624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571500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1500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722376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subscription + implementation + advisory. $34M–$49M cumulative 5-year ARR.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914400"/>
                <a:gridCol w="1645920"/>
                <a:gridCol w="1005840"/>
                <a:gridCol w="1554480"/>
              </a:tblGrid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Impl.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DISE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$360K–$600K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$560K–$800K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Multi-disclosure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$2M–$3M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$2.5M–$3.5M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Autonomous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$7.5M–$10M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$8.4M–$10.9M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Full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$22.5M–$31.5M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$24M–$33M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cumulative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$34M–$49M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822192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ARR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 license. $80K–$2M per client depending on company size, ERP complexity, and modules deployed. 85%+ gross margin at scale.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3822192"/>
            <a:ext cx="2697480" cy="5486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professional services. GL mapping, BigQuery config, finance team training. $25K–$300K per client. Self-funding early development.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822192"/>
            <a:ext cx="269748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revenue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048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transaction support, new disclosure frameworks, Big 4 audit access licensing. $50K–$200K per engagement. Episodic but high-margin.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 with every client added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 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client’s GL mapping table and close tracker are your IP in their environment. ASC citations, category decisions, methodology docs — all accepted by auditors. Switching means rebuilding the entire mapping and close process from scratch.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acceptance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Big 4 auditors accept your audit trail at one client, it creates a precedent. Other auditors at the same firm follow. Early acceptance at 3–5 major clients creates a reference standard competitors cannot displace.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builds for S/4HANA. Oracle builds for Fusion. Nobody builds cross-ERP consolidation. Your BigQuery layer sits above all source systems — the only viable single solution for multi-ERP enterprises.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0040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310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DISE expense ratios across client base. At 10 clients: interesting. At 100 clients: the most comprehensive DISE database in existence. Classic data network effect — stronger with every client added. BE Technology starts building this from day one.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3200400"/>
            <a:ext cx="64008" cy="1737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310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62472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urgency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6247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 is fixed. BE Technology has a live proof of concept on real SAP data today. Companies that adopt now are locked in before SAP's module arrives. The window is 12–18 months.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$1.5M seed round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24128"/>
            <a:ext cx="12801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43000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43000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1795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15087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4813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developer + part-time SAP consultant for production hardening and Phase 2 multi-disclosure modules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901952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01952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22677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1947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first clients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2240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3–5 design partner engagements, demo infrastructure, pilot client implementation fees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60904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97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30266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27066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filings, enterprise contract templates, IP protection, SOC 2 Type II certification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19856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19856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564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" y="3785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3465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37581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infrastructure, API costs, professional services, working capital buffer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594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48272" y="1161288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paying design partners live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multi-disclosure modules shipped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8272" y="258775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450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$2.5M–$3.5M ARR reached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8272" y="3300984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1638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 from position of traction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4014216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38770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audit acceptance at 2+ clients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663440"/>
            <a:ext cx="6126480" cy="384048"/>
          </a:xfrm>
          <a:prstGeom prst="rect">
            <a:avLst/>
          </a:prstGeom>
          <a:solidFill>
            <a:srgbClr val="0D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8172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Technology is the GL intelligence layer every Fortune 500 on SAP needs to comply with four converging SEC disclosure mandates by 2027 — live on real SAP data today, and nobody else has it."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— GL Intelligence Platform  |  Confidential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Intelligence Platform — Investor Deck</dc:title>
  <dc:subject>PptxGenJS Presentation</dc:subject>
  <dc:creator>PptxGenJS</dc:creator>
  <cp:lastModifiedBy>PptxGenJS</cp:lastModifiedBy>
  <cp:revision>1</cp:revision>
  <dcterms:created xsi:type="dcterms:W3CDTF">2026-03-16T00:30:54Z</dcterms:created>
  <dcterms:modified xsi:type="dcterms:W3CDTF">2026-03-16T00:30:54Z</dcterms:modified>
</cp:coreProperties>
</file>