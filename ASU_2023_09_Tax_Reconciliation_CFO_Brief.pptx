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22960"/>
            <a:ext cx="2194560" cy="274320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2044"/>
                </a:solidFill>
              </a:rPr>
              <a:t>ASU 2023-09 · ASC 740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Reconciliation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CFO needs to know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new disclosure mandate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554480" cy="1097280"/>
          </a:xfrm>
          <a:prstGeom prst="rect">
            <a:avLst/>
          </a:prstGeom>
          <a:solidFill>
            <a:srgbClr val="1A336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companies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200400"/>
            <a:ext cx="1554480" cy="1097280"/>
          </a:xfrm>
          <a:prstGeom prst="rect">
            <a:avLst/>
          </a:prstGeom>
          <a:solidFill>
            <a:srgbClr val="1A336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7744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required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3200400"/>
            <a:ext cx="1554480" cy="1097280"/>
          </a:xfrm>
          <a:prstGeom prst="rect">
            <a:avLst/>
          </a:prstGeom>
          <a:solidFill>
            <a:srgbClr val="1A336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20624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from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2926080"/>
            <a:ext cx="914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108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diplomatic75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237744"/>
          </a:xfrm>
          <a:prstGeom prst="rect">
            <a:avLst>
              <a:gd name="adj" fmla="val 15385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FASB now requires companies to explain in their 10-K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why their tax rate differs from 21%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30175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ASU 2023-09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footnote with 3-4 line items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format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couldn't compare companies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 taxes paid disclosure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domestic vs foreign split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4114800" cy="3017520"/>
          </a:xfrm>
          <a:prstGeom prst="rect">
            <a:avLst/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ASU 2023-09 (FY2025)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waterfall from 21% to effective rate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over 5% shown separately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categories — standardised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taxes paid by jurisdiction (new)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 foreign income split (new)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54864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834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9262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EC4"/>
                </a:solidFill>
              </a:rPr>
              <a:t>BE Technology · GL Intelligence Platform · diplomatic75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237744"/>
          </a:xfrm>
          <a:prstGeom prst="rect">
            <a:avLst>
              <a:gd name="adj" fmla="val 15385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WHAT'S REQUIRED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tables every company must now produce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3566160"/>
          </a:xfrm>
          <a:prstGeom prst="rect">
            <a:avLst/>
          </a:prstGeom>
          <a:solidFill>
            <a:srgbClr val="E1F5EE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2743200" cy="31089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 Reconciliation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 reason your effective rate differs from 21%. Items over 5% must be itemised separately.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73152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rate (21%)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73152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rate differential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73152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09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local taxes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38728"/>
            <a:ext cx="73152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credits, GILTI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73152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813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tax expense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42232"/>
            <a:ext cx="73152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 tax expense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1188720"/>
            <a:ext cx="2743200" cy="356616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00" cy="31089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1188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1572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Taxes Paid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37560" y="19385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— no predecessor. Actual cash paid to tax authorities by jurisdiction. Not the accrual.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633472"/>
            <a:ext cx="7315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taxes paid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935224"/>
            <a:ext cx="7315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local paid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236976"/>
            <a:ext cx="7315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3209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taxes paid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3538728"/>
            <a:ext cx="73152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cash taxes paid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1188720"/>
            <a:ext cx="2743200" cy="3566160"/>
          </a:xfrm>
          <a:prstGeom prst="rect">
            <a:avLst/>
          </a:prstGeom>
          <a:solidFill>
            <a:srgbClr val="F5F3FF"/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1188720"/>
            <a:ext cx="274320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1188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15727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Pre-Tax Income Split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17920" y="19385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 foreign pre-tax income. Simple to disclose, hard to extract from SAP without a platform.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633472"/>
            <a:ext cx="73152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income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935224"/>
            <a:ext cx="73152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income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236976"/>
            <a:ext cx="73152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3209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pre-tax income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99262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EC4"/>
                </a:solidFill>
              </a:rPr>
              <a:t>ASU 2023-09 effective FY2025 (public) · FY2026 (private) · BE Technology GL Intelligence Platform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237744"/>
          </a:xfrm>
          <a:prstGeom prst="rect">
            <a:avLst>
              <a:gd name="adj" fmla="val 15385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TABLE A · LIVE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 reconciliation waterfall · C006 FY2022 · from diplomatic75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rate (21% US federal)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25296"/>
            <a:ext cx="36576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225296"/>
            <a:ext cx="1719072" cy="3200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2252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$1,659,708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66760" y="122529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 — always 21% for US companies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0208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rate differential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020824"/>
            <a:ext cx="36576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020824"/>
            <a:ext cx="3657600" cy="320040"/>
          </a:xfrm>
          <a:prstGeom prst="rect">
            <a:avLst/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0208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$744,167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202082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4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3682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4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LINE · exceeds 5% threshold · must be shown separately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816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tax expense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816352"/>
            <a:ext cx="36576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816352"/>
            <a:ext cx="109728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8163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$20,458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28163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16382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differences between book and tax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 tax expense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611880"/>
            <a:ext cx="36576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611880"/>
            <a:ext cx="365760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611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$1,659,708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3611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9593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disclosed figure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solidFill>
            <a:srgbClr val="FFFBEB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079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The 44.8% foreign rate differential exceeds the 5% ASU 2023-09 materiality threshold — it is a prescribed line that must appear separately in the 10-K footnote, regardless of size. Your platform detected this automatically from SAP data.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9262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EC4"/>
                </a:solidFill>
              </a:rPr>
              <a:t>BE Technology · GL Intelligence Platform · diplomatic75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237744"/>
          </a:xfrm>
          <a:prstGeom prst="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TABLE C · LIVE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Pre-tax income split · C006 FY2022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371600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554480"/>
            <a:ext cx="54864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554480"/>
            <a:ext cx="3028493" cy="4114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operations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$915,541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371600" cy="1005840"/>
          </a:xfrm>
          <a:prstGeom prst="rect">
            <a:avLst/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2926080"/>
            <a:ext cx="548640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926080"/>
            <a:ext cx="2457907" cy="411480"/>
          </a:xfrm>
          <a:prstGeom prst="rect">
            <a:avLst/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$744,167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 tax expense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$1,659,708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type on each GL account (federal / foreign) drives this split automatically — no manual allocation required.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9262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EC4"/>
                </a:solidFill>
              </a:rPr>
              <a:t>BE Technology · GL Intelligence Platform · diplomatic75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237744"/>
          </a:xfrm>
          <a:prstGeom prst="rect">
            <a:avLst>
              <a:gd name="adj" fmla="val 15385"/>
            </a:avLst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THE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operationally painful without a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347472" cy="347472"/>
          </a:xfrm>
          <a:prstGeom prst="rect">
            <a:avLst/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325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extraction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expense sits in SAP GL accounts that nobody has systematically mapped to ASU 2023-09 categories. The accounts exist — the classification doesn't.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325880"/>
            <a:ext cx="347472" cy="347472"/>
          </a:xfrm>
          <a:prstGeom prst="rect">
            <a:avLst/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325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problem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doesn't tag journal entries with 'federal' or 'foreign' by default. That information has to be inferred from GL account ranges or manually mapped.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02336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26080"/>
            <a:ext cx="347472" cy="347472"/>
          </a:xfrm>
          <a:prstGeom prst="rect">
            <a:avLst/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aggregation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3375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 2023-09 requires annual disclosure but the data lives in 12 monthly periods in SAP. Deduplication and averaging must happen correctly or numbers are wrong.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02336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926080"/>
            <a:ext cx="347472" cy="347472"/>
          </a:xfrm>
          <a:prstGeom prst="rect">
            <a:avLst/>
          </a:prstGeom>
          <a:solidFill>
            <a:srgbClr val="C04828"/>
          </a:solidFill>
          <a:ln w="12700">
            <a:solidFill>
              <a:srgbClr val="C04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problem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3375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4 will ask: how did you get from the SAP trial balance to this disclosure? Without a platform, the answer is a chain of spreadsheets.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9262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EC4"/>
                </a:solidFill>
              </a:rPr>
              <a:t>BE Technology · GL Intelligence Platform · diplomatic75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BE Technology solves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data → compliant 10-K footnote · automated · auditable · minutes not months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508760" cy="1371600"/>
          </a:xfrm>
          <a:prstGeom prst="rect">
            <a:avLst/>
          </a:prstGeom>
          <a:solidFill>
            <a:srgbClr val="1A3366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general ledger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CORTEX_SAP_CDC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BKPF · BSEG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83080" y="173736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1143000"/>
            <a:ext cx="1508760" cy="1371600"/>
          </a:xfrm>
          <a:prstGeom prst="rect">
            <a:avLst/>
          </a:prstGeom>
          <a:solidFill>
            <a:srgbClr val="0F6E56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classifier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tax_03_classifier.py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accounts · 0.95 conf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73736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1143000"/>
            <a:ext cx="1508760" cy="1371600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approves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mappings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57800" y="173736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1143000"/>
            <a:ext cx="1508760" cy="1371600"/>
          </a:xfrm>
          <a:prstGeom prst="rect">
            <a:avLst/>
          </a:prstGeom>
          <a:solidFill>
            <a:srgbClr val="B45309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 bridge SQL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7.17GB processed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95160" y="173736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1143000"/>
            <a:ext cx="1508760" cy="1371600"/>
          </a:xfrm>
          <a:prstGeom prst="rect">
            <a:avLst/>
          </a:prstGeom>
          <a:solidFill>
            <a:srgbClr val="15803D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234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disclosure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17830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 B 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from diplomatic75 · C006 FY2022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063240"/>
            <a:ext cx="1508760" cy="1463040"/>
          </a:xfrm>
          <a:prstGeom prst="rect">
            <a:avLst/>
          </a:prstGeom>
          <a:solidFill>
            <a:srgbClr val="0A18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546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7432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accounts classified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Gemini 2.5 Flash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11680" y="3063240"/>
            <a:ext cx="1508760" cy="1463040"/>
          </a:xfrm>
          <a:prstGeom prst="rect">
            <a:avLst/>
          </a:prstGeom>
          <a:solidFill>
            <a:srgbClr val="0A18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31546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01168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AI confidence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(threshold: 0.80)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49040" y="3063240"/>
            <a:ext cx="1508760" cy="1463040"/>
          </a:xfrm>
          <a:prstGeom prst="rect">
            <a:avLst/>
          </a:prstGeom>
          <a:solidFill>
            <a:srgbClr val="0A18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31546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$1.66M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374904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 expense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 · C006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3063240"/>
            <a:ext cx="1508760" cy="1463040"/>
          </a:xfrm>
          <a:prstGeom prst="rect">
            <a:avLst/>
          </a:prstGeom>
          <a:solidFill>
            <a:srgbClr val="0A18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1546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rows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548640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tax_disclosure_output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 + C live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23760" y="3063240"/>
            <a:ext cx="1508760" cy="1463040"/>
          </a:xfrm>
          <a:prstGeom prst="rect">
            <a:avLst/>
          </a:prstGeom>
          <a:solidFill>
            <a:srgbClr val="0A1830"/>
          </a:solidFill>
          <a:ln w="12700">
            <a:solidFill>
              <a:srgbClr val="1A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31546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223760" y="3749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zero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disclosure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237744"/>
          </a:xfrm>
          <a:prstGeom prst="rect">
            <a:avLst>
              <a:gd name="adj" fmla="val 15385"/>
            </a:avLst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COMPETITIVE POSITION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 vs the Big 4 alternative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83464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43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Big 4 manual engagement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143000"/>
            <a:ext cx="283464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143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 Technology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503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$800K – $8M+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6002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$225K – $750K/yr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574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disclosure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0574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12 weeks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afternoon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503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146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classification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5146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AI · 0.95 conf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718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refresh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9718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each year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9718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· each period close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503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290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429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chain + spreadsheets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4290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to SAP journal entry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86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expertise required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8862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hours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8862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+ BigQuery · pre-built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503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3434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43434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engagement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434340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mappings only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9262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EC4"/>
                </a:solidFill>
              </a:rPr>
              <a:t>BE Technology · GL Intelligence Platform · diplomatic75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FY2025 10-K needs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disclosure.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whether to comply.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whether you build it manually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— or have it automated,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and live from your SAP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7307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technical discovery — validate your SAP data is in scope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41648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41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 your data — same session, diplomatic75 as proof point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201168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3159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proposal — FASB Core $225K or Compliance Bundle $475K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Technology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286000"/>
            <a:ext cx="12801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FASB Core · $225K/yr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Bundle · $475K/yr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· $750K/yr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diplomatic75 · live proof point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ASU 2023-09 Tax Reconciliation — CFO Briefing</dc:title>
  <dc:subject>PptxGenJS Presentation</dc:subject>
  <dc:creator>BE Technology</dc:creator>
  <cp:lastModifiedBy>BE Technology</cp:lastModifiedBy>
  <cp:revision>1</cp:revision>
  <dcterms:created xsi:type="dcterms:W3CDTF">2026-04-08T20:05:00Z</dcterms:created>
  <dcterms:modified xsi:type="dcterms:W3CDTF">2026-04-08T20:05:00Z</dcterms:modified>
</cp:coreProperties>
</file>