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4864"/>
            <a:ext cx="2560320" cy="5088636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54864"/>
            <a:ext cx="36576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INVESTOR PRESENTATION  |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 Intelligence Platform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intelligence layer for SAP ECC —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ASU 2024-03 DISE compliance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close management, and anomaly detection on infrastructure you already own.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10058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6656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accounts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live today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2075688"/>
            <a:ext cx="18288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30428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$45.2M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66560" y="28072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disclosed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 SAP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3374136"/>
            <a:ext cx="18288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6027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2027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66560" y="4105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compliance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— fixed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  |  Confidential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ASU 2024-03 creates a $13.7M manual compliance problem — and SAP cannot solve it for ECC customers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81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accounts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54203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income statement account must be individually mapped to one of 5 DISE natural expense categories — manually, with ASC citations, documented for auditors every quarter.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81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hrs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762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254203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aggregation, IS reconciliation, footnote drafting, and auditor evidence package — repeated every period. Controllers miss filing windows. Error risk is high.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32588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32588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481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080760" y="21762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SAP solution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254203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SAP's DISE module requires S/4HANA migration — $800K to $2.5M+. 60-70% of large enterprise SAP customers are on ECC with no migration path before 2027.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608576"/>
            <a:ext cx="8503920" cy="4297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26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now giving companies a reason to stay on ECC indefinitely — making the SAP migration path less attractive and your market window larger and longer.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GL mapping layer. Every disclosure. Every close. Built on infrastructure you already own.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14630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S/4HANA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9751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19656" y="1801368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84248" y="1298448"/>
            <a:ext cx="1463040" cy="10058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84248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84248" y="19751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replication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1801368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48456" y="1298448"/>
            <a:ext cx="1463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48456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Mapping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48456" y="19751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accounts · CA01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48072" y="1801368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12664" y="1298448"/>
            <a:ext cx="1463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12664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Pivot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Close Tracker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12664" y="19751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close mgmt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12280" y="1801368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76872" y="1298448"/>
            <a:ext cx="1463040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76872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76872" y="19751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+ alerts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523744"/>
            <a:ext cx="20848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523744"/>
            <a:ext cx="64008" cy="2377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" y="267919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footnote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6344" y="3054096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220-40 tabular disclosure generated in 60 seconds from live SAP journal entries. Zero manual aggregation.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32888" y="2523744"/>
            <a:ext cx="20848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32888" y="2523744"/>
            <a:ext cx="64008" cy="2377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267919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4-link audit trail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79192" y="3054096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traceable to individual SAP document numbers. Auditors run queries themselves — no workpapers needed.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45736" y="2523744"/>
            <a:ext cx="20848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45736" y="2523744"/>
            <a:ext cx="64008" cy="2377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67919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task tracker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92040" y="3054096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data-driven close tasks. Status determined by live BigQuery queries — not manual checkboxes. Becomes your CFO's morning dashboard.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58584" y="2523744"/>
            <a:ext cx="20848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58584" y="2523744"/>
            <a:ext cx="64008" cy="2377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267919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104888" y="3054096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 detects unusual posting patterns the day they occur — 90 days before manual close would catch them.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  |  Confidential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platform on live SAP data — real disclosures, real anomalies, real close tracker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51206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diplomatic75 — live Google Cortex Framework environment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110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847088"/>
            <a:ext cx="44988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GL accounts mapped across chart CA01, company C006 — zero unclassified exposure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905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226564"/>
            <a:ext cx="44988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$45.2M total expenses disaggregated into 5 DISE categories — reconciles to IS with $0 variance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606040"/>
            <a:ext cx="44988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close tracker tasks — status driven by live BigQuery data, not manual checkboxes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4952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985516"/>
            <a:ext cx="44988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real anomalies detected from FY2023 SAP data — P1 spike resolved with documented justification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364992"/>
            <a:ext cx="44988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Four-link audit trail tracing every dollar to individual SAP document numbers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80847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744468"/>
            <a:ext cx="44988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approval workflow recorded in disclosure_approvals table — complete close cycle demonstrated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18795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123944"/>
            <a:ext cx="44988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comparison query running against FY2022 and FY2023 live data simultaneously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12344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23560" y="141732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23560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accounts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live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2344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60920" y="141732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$45.2M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60920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30632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324612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of 6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62356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tasks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60920" y="30632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60920" y="324612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36092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footnote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  |  Confidential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$5B+ addressable market — mandatory deadline, no dominant solution, agentic AI extending ECC lifespans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429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addressable: 6,000 US-listed PBEs on SAP — all need DISE by Jan 2027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1581912"/>
            <a:ext cx="5943600" cy="24231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67335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Serviceable: 3,000 SAP ECC companies — no native SAP DISE module available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039112"/>
            <a:ext cx="3657600" cy="146304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13055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target: 500 mid-market SAP ECC, $500M–$5B 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4608576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46268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</a:t>
            </a:r>
            <a:pPr indent="0" marL="0">
              <a:buNone/>
            </a:pPr>
            <a:r>
              <a:rPr lang="en-US" sz="9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 large enterprise customers globally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32888" y="4608576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46268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</a:t>
            </a:r>
            <a:pPr indent="0" marL="0">
              <a:buNone/>
            </a:pPr>
            <a:r>
              <a:rPr lang="en-US" sz="9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SEC deadline — no extension possible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45736" y="4608576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46268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$800K–$2.5M </a:t>
            </a:r>
            <a:pPr indent="0" marL="0">
              <a:buNone/>
            </a:pPr>
            <a:r>
              <a:rPr lang="en-US" sz="9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migration cost to get native DISE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58584" y="4608576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46268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pPr indent="0" marL="0">
              <a:buNone/>
            </a:pPr>
            <a:r>
              <a:rPr lang="en-US" sz="9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DISE-native platforms in market today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  |  Confidential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TAILWIND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is keeping clients on SAP ECC — making our market larger, not smaller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26464"/>
            <a:ext cx="24505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migration pressure is declining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" y="212140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299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now handle workflows SAP said required S/4HANA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" y="285292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76148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McKinsey: agentic commerce could generate $3–5T globally by 2030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" y="358444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49300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are layering AI on ECC rather than migrating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" y="431596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22452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that stays on ECC through 2030 needs our platform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298448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298448"/>
            <a:ext cx="2697480" cy="6400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1426464"/>
            <a:ext cx="24505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procurement creates new DISE risk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28416" y="2121408"/>
            <a:ext cx="137160" cy="137160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0299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procurement agents generate SAP transactions at machine speed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28416" y="2852928"/>
            <a:ext cx="137160" cy="137160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76148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vendor accounts, new GL codes, unusual posting patterns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28416" y="3584448"/>
            <a:ext cx="137160" cy="137160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349300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unmapped account alert becomes critical infrastructure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28416" y="4315968"/>
            <a:ext cx="137160" cy="137160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422452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process can track agentic purchasing velocity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1298448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298448"/>
            <a:ext cx="2697480" cy="640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08776" y="1426464"/>
            <a:ext cx="24505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platform IS an agentic compliance agent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08776" y="2121408"/>
            <a:ext cx="137160" cy="13716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20299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monitors GL for anomalies — no human trigger needed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08776" y="2852928"/>
            <a:ext cx="137160" cy="13716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276148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generates DISE pivot, alerts, and CFO narrative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08776" y="3584448"/>
            <a:ext cx="137160" cy="13716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49300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Status-driven close tracker updates nightly without human input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08776" y="4315968"/>
            <a:ext cx="137160" cy="13716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422452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human step: CFO approval — the accountability layer stays human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  |  Confidential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occupy the gap that SAP, Workiva, and KPMG all leave open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3774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34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234440"/>
            <a:ext cx="150876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234440"/>
            <a:ext cx="1508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DISE module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234440"/>
            <a:ext cx="1508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8815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Workiva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1234440"/>
            <a:ext cx="1508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Advisory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618488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61848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SAP ECC — no S/4HANA required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97480" y="1618488"/>
            <a:ext cx="150876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16184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0" y="1618488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6184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15000" y="1618488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6184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0" y="1618488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6184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1970532"/>
            <a:ext cx="23774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197053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GL-level audit trail to SAP document number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97480" y="1970532"/>
            <a:ext cx="1508760" cy="347472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19705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06240" y="1970532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19705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715000" y="1970532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19705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223760" y="1970532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9705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" y="2322576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close task tracker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97480" y="2322576"/>
            <a:ext cx="150876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232257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206240" y="2322576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0" y="232257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15000" y="2322576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232257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223760" y="2322576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232257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20040" y="2674620"/>
            <a:ext cx="23774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67462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 + CFO alerts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697480" y="2674620"/>
            <a:ext cx="1508760" cy="347472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7480" y="26746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206240" y="2674620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0" y="26746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715000" y="2674620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15000" y="26746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223760" y="2674620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26746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20040" y="3026664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02666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narrative generation (Claude)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97480" y="3026664"/>
            <a:ext cx="150876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97480" y="30266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206240" y="3026664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0" y="30266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715000" y="3026664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15000" y="30266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223760" y="3026664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23760" y="30266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20040" y="3378708"/>
            <a:ext cx="23774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33787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before Jan 2027 deadline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697480" y="3378708"/>
            <a:ext cx="1508760" cy="347472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97480" y="33787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206240" y="3378708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06240" y="33787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715000" y="3378708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15000" y="33787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7223760" y="3378708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23760" y="33787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320040" y="373075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373075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client's own GCP infrastructure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697480" y="3730752"/>
            <a:ext cx="150876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9748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206240" y="3730752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0624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715000" y="3730752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1500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7223760" y="3730752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2376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320040" y="4082796"/>
            <a:ext cx="23774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1480" y="408279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Multi-ERP consolidation layer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697480" y="4082796"/>
            <a:ext cx="1508760" cy="347472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97480" y="408279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4206240" y="4082796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206240" y="408279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5715000" y="4082796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15000" y="408279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7223760" y="4082796"/>
            <a:ext cx="15087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223760" y="408279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320040" y="4434840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1480" y="443484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procurement compliance monitoring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697480" y="4434840"/>
            <a:ext cx="150876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9748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4206240" y="4434840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0624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5715000" y="4434840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71500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7223760" y="4434840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22376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36576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  |  Confidential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subscription + implementation + advisory. $34M–$49M cumulative 5-year ARR.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2395728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914400"/>
                <a:gridCol w="1645920"/>
                <a:gridCol w="1005840"/>
                <a:gridCol w="1554480"/>
              </a:tblGrid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 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DISE + Close Tracker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$360K–$600K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$560K–$800K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— Multi-disclosure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$2M–$3M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$2.5M–$3.5M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— Autonomous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$7.5M–$10M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$8.4M–$10.9M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 — Full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$22.5M–$31.5M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$24M–$33M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cumulative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$34M–$49M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822192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3822192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ARR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4233672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platform license. $80K–$2M per client depending on company size, ERP complexity, and modules deployed. 85%+ gross margin at scale.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3822192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3822192"/>
            <a:ext cx="2697480" cy="54864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fees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10128" y="4233672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GL mapping, BigQuery config, finance team training. $25K–$300K per client. Funds early development and creates methodology IP.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3822192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3822192"/>
            <a:ext cx="2697480" cy="5486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0488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revenue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90488" y="4233672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transaction DISE support, new disclosure frameworks, agentic procurement compliance. $50K–$200K per engagement.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576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  |  Confidential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 with every client added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441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6367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mapping 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98424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client's gl_dise_mapping table is BE Technology IP in their environment. ASC citations, category decisions, methodology — all auditor-accepted. Switching means rebuilding from scratch.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3441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16367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tracker stickiness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data-driven close tracker becomes embedded in the CFO's daily workflow within 90 days. It is not a compliance tool anymore — it is close management infrastructure.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34440"/>
            <a:ext cx="64008" cy="173736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3441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52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5352" y="16367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Multi-ERP position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98424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builds for S/4HANA. Oracle builds for Fusion. Nobody builds cross-ERP DISE consolidation. Our BigQuery layer sits above all source systems.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200400"/>
            <a:ext cx="64008" cy="173736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33101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52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36027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data network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395020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DISE expense ratios across client base. At 10 clients: interesting. At 100 clients: the most comprehensive DISE database in existence. Classic network effect.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97880" y="32004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97880" y="3200400"/>
            <a:ext cx="64008" cy="1737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33101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62472" y="36027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urgency + ECC longevity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62472" y="395020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 is fixed. Agentic AI is extending ECC lifespans. Every month of inaction by competitors = more clients locked in to BE Technology before any rival exists.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  |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4864"/>
            <a:ext cx="2560320" cy="5088636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54864"/>
            <a:ext cx="36576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66928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Seeking $1.5M seed round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26464"/>
            <a:ext cx="5943600" cy="73152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426464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90472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$600K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181965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90472" y="1490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90472" y="1773936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developer + SAP consultant. Production hardening, Phase 2 multi-disclosure modules, close tracker expansion.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249424"/>
            <a:ext cx="5943600" cy="73152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49424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13432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$450K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4360" y="264261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90472" y="2313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first clients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90472" y="2596896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3–5 design partner engagements at $15K–$25K pilot fee. Demo infrastructure and implementation support.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072384"/>
            <a:ext cx="5943600" cy="73152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72384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36392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94360" y="346557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90472" y="3136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90472" y="3419856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+ full patent filings, enterprise NDA and contract templates, SOC 2 Type II certification.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895344"/>
            <a:ext cx="5943600" cy="73152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895344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959352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94360" y="428853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90472" y="39593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reserve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90472" y="4242816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infrastructure, Anthropic API costs, professional services, working capital buffer.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5669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48272" y="1097280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960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paying design partners live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48272" y="1810512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16733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tracker in CFO daily workflow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48272" y="2523744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23865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$2.5M–$3.5M ARR reached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8272" y="3236976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309981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from position of traction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48272" y="3950208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38130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 audit acceptance at 2+ clients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645152"/>
            <a:ext cx="6126480" cy="384048"/>
          </a:xfrm>
          <a:prstGeom prst="rect">
            <a:avLst/>
          </a:prstGeom>
          <a:solidFill>
            <a:srgbClr val="0D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6344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AI intelligence layer every Fortune 500 on SAP ECC needs — for DISE compliance, close management, and agentic procurement governance — and nobody else has built it."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GL Intelligence Platform  |  Confidential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 Technology — GL Intelligence Platform Investor Deck</dc:title>
  <dc:subject>PptxGenJS Presentation</dc:subject>
  <dc:creator>PptxGenJS</dc:creator>
  <cp:lastModifiedBy>PptxGenJS</cp:lastModifiedBy>
  <cp:revision>1</cp:revision>
  <dcterms:created xsi:type="dcterms:W3CDTF">2026-03-20T22:00:06Z</dcterms:created>
  <dcterms:modified xsi:type="dcterms:W3CDTF">2026-03-20T22:00:06Z</dcterms:modified>
</cp:coreProperties>
</file>